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64" r:id="rId5"/>
    <p:sldId id="275" r:id="rId6"/>
    <p:sldId id="272" r:id="rId7"/>
    <p:sldId id="267" r:id="rId8"/>
    <p:sldId id="276" r:id="rId9"/>
    <p:sldId id="270" r:id="rId10"/>
    <p:sldId id="271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40C62-2FD2-461C-A57B-DAFA1E71A8F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44593-2EC5-4D5E-8A52-8ECCBFFD762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mailto:kamalnoor0017@gmail.com" TargetMode="Externa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roguedisposal.com/resources/education/recycling/exploring-the-three-rs-of-waste-management-reduce-reuse-recycle" TargetMode="External"/><Relationship Id="rId3" Type="http://schemas.openxmlformats.org/officeDocument/2006/relationships/hyperlink" Target="https://www.ils.res.in/three-r-reduce-reuse-recycle/&#13;" TargetMode="External"/><Relationship Id="rId2" Type="http://schemas.openxmlformats.org/officeDocument/2006/relationships/hyperlink" Target="https://www.ils.res.in/three-r-reduce-reuse-recycle/" TargetMode="Externa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17460" y="1068294"/>
            <a:ext cx="12106895" cy="636136"/>
          </a:xfrm>
        </p:spPr>
        <p:txBody>
          <a:bodyPr>
            <a:normAutofit/>
          </a:bodyPr>
          <a:lstStyle/>
          <a:p>
            <a:r>
              <a:rPr lang="en-US" sz="2800" dirty="0"/>
              <a:t>PUNJAB COLLEGE OF TECHNICAL EDUCATION, LUDHIANA</a:t>
            </a:r>
            <a:endParaRPr lang="en-IN" sz="2800" dirty="0"/>
          </a:p>
        </p:txBody>
      </p:sp>
      <p:pic>
        <p:nvPicPr>
          <p:cNvPr id="4" name="Content Placeholder 4" descr="A green logo with black lines and black text&#10;&#10;Description automatically generated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882" y="0"/>
            <a:ext cx="1653118" cy="119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2915" y="5029835"/>
            <a:ext cx="45389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SUBMITTED TO:MS Harmanjot Kaur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Faculty of MLS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MAIL ID-harmanjot@pcte.edu.in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68776" y="5029790"/>
            <a:ext cx="456004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SUBMITTED BY – Celina A. Dorbor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ADMISSION NO.- 2025MLS2930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IMAIL ID- </a:t>
            </a: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hlinkClick r:id="rId2"/>
              </a:rPr>
              <a:t>c</a:t>
            </a: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elinadorbor1@gmail.com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29740" y="3140710"/>
            <a:ext cx="8877300" cy="1154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200" b="1"/>
              <a:t>Reduce Reuse Recycle (3Rs Concept)</a:t>
            </a:r>
            <a:endParaRPr lang="en-US" sz="3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54345"/>
            <a:ext cx="9144000" cy="68906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3"/>
                </a:solidFill>
              </a:rPr>
              <a:t>TABLE OF CONTENTS</a:t>
            </a:r>
            <a:endParaRPr lang="en-IN" sz="3600" b="1" dirty="0">
              <a:solidFill>
                <a:schemeClr val="accent3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7600" y="2158700"/>
            <a:ext cx="6125882" cy="4004236"/>
          </a:xfrm>
        </p:spPr>
        <p:txBody>
          <a:bodyPr>
            <a:normAutofit lnSpcReduction="20000"/>
          </a:bodyPr>
          <a:lstStyle/>
          <a:p>
            <a:pPr algn="l"/>
            <a:r>
              <a:rPr lang="en-IN" sz="2800" b="1"/>
              <a:t>1. Introduction</a:t>
            </a:r>
            <a:endParaRPr lang="en-IN" sz="2800" b="1"/>
          </a:p>
          <a:p>
            <a:pPr algn="l"/>
            <a:r>
              <a:rPr lang="en-US" altLang="en-IN" sz="2800" b="1"/>
              <a:t>2.Reduse</a:t>
            </a:r>
            <a:endParaRPr lang="en-US" altLang="en-IN" sz="2800" b="1"/>
          </a:p>
          <a:p>
            <a:pPr algn="l"/>
            <a:r>
              <a:rPr lang="en-US" altLang="en-IN" sz="2800" b="1"/>
              <a:t>3.Reuse</a:t>
            </a:r>
            <a:endParaRPr lang="en-US" altLang="en-IN" sz="2800" b="1"/>
          </a:p>
          <a:p>
            <a:pPr algn="l"/>
            <a:r>
              <a:rPr lang="en-US" altLang="en-IN" sz="2800" b="1"/>
              <a:t>4.Recycle</a:t>
            </a:r>
            <a:endParaRPr lang="en-US" altLang="en-IN" sz="2800" b="1"/>
          </a:p>
          <a:p>
            <a:pPr algn="l"/>
            <a:r>
              <a:rPr lang="en-US" altLang="en-IN" sz="2800" b="1"/>
              <a:t>5.Advantages</a:t>
            </a:r>
            <a:endParaRPr lang="en-US" altLang="en-IN" sz="2800" b="1"/>
          </a:p>
          <a:p>
            <a:pPr algn="l"/>
            <a:r>
              <a:rPr lang="en-US" altLang="en-IN" sz="2800" b="1"/>
              <a:t>6.Examples</a:t>
            </a:r>
            <a:endParaRPr lang="en-US" altLang="en-IN" sz="2800" b="1"/>
          </a:p>
          <a:p>
            <a:pPr algn="l"/>
            <a:r>
              <a:rPr lang="en-US" altLang="en-IN" sz="2800" b="1"/>
              <a:t>7.Conclusion</a:t>
            </a:r>
            <a:endParaRPr lang="en-US" altLang="en-IN" sz="2800" b="1"/>
          </a:p>
          <a:p>
            <a:pPr algn="l"/>
            <a:r>
              <a:rPr lang="en-US" altLang="en-IN" sz="2800" b="1"/>
              <a:t>8.References</a:t>
            </a:r>
            <a:endParaRPr lang="en-US" altLang="en-IN" sz="2800" b="1"/>
          </a:p>
          <a:p>
            <a:pPr algn="l"/>
            <a:r>
              <a:rPr lang="en-US" altLang="en-IN" sz="2800" b="1"/>
              <a:t> </a:t>
            </a:r>
            <a:endParaRPr lang="en-US" altLang="en-IN" sz="2800" b="1"/>
          </a:p>
          <a:p>
            <a:pPr algn="l"/>
            <a:endParaRPr lang="en-IN" sz="2800" b="1" dirty="0"/>
          </a:p>
        </p:txBody>
      </p:sp>
      <p:pic>
        <p:nvPicPr>
          <p:cNvPr id="4" name="Content Placeholder 4" descr="A green logo with black lines and black text&#10;&#10;Description automatically generated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882" y="0"/>
            <a:ext cx="1653118" cy="1198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4882" y="952136"/>
            <a:ext cx="9144000" cy="68906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3"/>
                </a:solidFill>
              </a:rPr>
              <a:t>INTRODUCTION</a:t>
            </a:r>
            <a:endParaRPr lang="en-IN" sz="3600" b="1" dirty="0">
              <a:solidFill>
                <a:schemeClr val="accent3"/>
              </a:solidFill>
            </a:endParaRPr>
          </a:p>
        </p:txBody>
      </p:sp>
      <p:pic>
        <p:nvPicPr>
          <p:cNvPr id="4" name="Content Placeholder 4" descr="A green logo with black lines and black text&#10;&#10;Description automatically generated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882" y="0"/>
            <a:ext cx="1653118" cy="1198880"/>
          </a:xfrm>
          <a:prstGeom prst="rect">
            <a:avLst/>
          </a:prstGeom>
        </p:spPr>
      </p:pic>
      <p:sp>
        <p:nvSpPr>
          <p:cNvPr id="3" name="Subtitle 2"/>
          <p:cNvSpPr/>
          <p:nvPr>
            <p:ph type="subTitle" idx="1"/>
          </p:nvPr>
        </p:nvSpPr>
        <p:spPr>
          <a:xfrm>
            <a:off x="365125" y="2536825"/>
            <a:ext cx="6746240" cy="4654550"/>
          </a:xfrm>
        </p:spPr>
        <p:txBody>
          <a:bodyPr/>
          <a:p>
            <a:pPr algn="l"/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It is a waste management hieracy designed to minimize enviroment impact.This approach saves resources and reduce landfill waste.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 b="1"/>
              <a:t>Reduce</a:t>
            </a:r>
            <a:endParaRPr lang="en-US" sz="3200" b="1"/>
          </a:p>
        </p:txBody>
      </p:sp>
      <p:sp>
        <p:nvSpPr>
          <p:cNvPr id="6" name="Text Box 5"/>
          <p:cNvSpPr txBox="1"/>
          <p:nvPr/>
        </p:nvSpPr>
        <p:spPr>
          <a:xfrm>
            <a:off x="568325" y="2186305"/>
            <a:ext cx="7122795" cy="3310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Most effective step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Focusing on purchasing less.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Avoid buying unused items.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Option for digitals recepts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447790" y="2319020"/>
            <a:ext cx="5764530" cy="1391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None/>
            </a:pP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Enviromental Protection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Cost Saving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791960" y="4180840"/>
            <a:ext cx="4742180" cy="2106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Examples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Usages of reusble bags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Purchase less packaging products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Repair instead of replace.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en logo with black lines and black text&#10;&#10;Description automatically generated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882" y="0"/>
            <a:ext cx="1653118" cy="11988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26720" y="2061210"/>
            <a:ext cx="6794500" cy="4116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/>
          </a:p>
        </p:txBody>
      </p:sp>
      <p:sp>
        <p:nvSpPr>
          <p:cNvPr id="2" name="Text Box 1"/>
          <p:cNvSpPr txBox="1"/>
          <p:nvPr/>
        </p:nvSpPr>
        <p:spPr>
          <a:xfrm>
            <a:off x="3710305" y="588645"/>
            <a:ext cx="4953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 b="1"/>
              <a:t>Reuse</a:t>
            </a:r>
            <a:endParaRPr lang="en-US" sz="3600" b="1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19710" y="1825625"/>
            <a:ext cx="5636895" cy="1907540"/>
          </a:xfrm>
        </p:spPr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Extend usage of products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Repairing of items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Again and again uses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417435" y="1825625"/>
            <a:ext cx="4064000" cy="2233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Container Packaging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Refixing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Secong hand purchasing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Sharing unwanted items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49350" y="4324985"/>
            <a:ext cx="4064000" cy="2035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800" b="1"/>
              <a:t>Examples</a:t>
            </a:r>
            <a:endParaRPr lang="en-US" sz="2800" b="1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Reduced Consumption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Less waste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Switch to reusable items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76941"/>
            <a:ext cx="9144000" cy="629304"/>
          </a:xfrm>
        </p:spPr>
        <p:txBody>
          <a:bodyPr>
            <a:normAutofit fontScale="90000"/>
          </a:bodyPr>
          <a:lstStyle/>
          <a:p>
            <a:r>
              <a:rPr lang="en-US" altLang="en-IN" sz="3600" b="1" dirty="0">
                <a:solidFill>
                  <a:schemeClr val="accent3"/>
                </a:solidFill>
              </a:rPr>
              <a:t>Recycle</a:t>
            </a:r>
            <a:endParaRPr lang="en-US" altLang="en-IN" sz="3600" b="1" dirty="0">
              <a:solidFill>
                <a:schemeClr val="accent3"/>
              </a:solidFill>
            </a:endParaRPr>
          </a:p>
        </p:txBody>
      </p:sp>
      <p:pic>
        <p:nvPicPr>
          <p:cNvPr id="4" name="Content Placeholder 4" descr="A green logo with black lines and black text&#10;&#10;Description automatically generated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882" y="0"/>
            <a:ext cx="1653118" cy="11988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56540" y="1830070"/>
            <a:ext cx="4979670" cy="2557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Turning waste into new materials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Diversion of garbage from landfills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Lowering of pollution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475095" y="1678940"/>
            <a:ext cx="4064000" cy="2268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Conversion of Natural Resources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Pollution Reduction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Economic Benefits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981575" y="4427220"/>
            <a:ext cx="4909185" cy="2133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>
              <a:buNone/>
            </a:pP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Examples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Newpaper-egg cartons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Office paper-face tissues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Bottles caps-car batteries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945005" y="2014855"/>
            <a:ext cx="6334760" cy="3973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50000"/>
            </a:schemeClr>
          </a:fgClr>
          <a:bgClr>
            <a:schemeClr val="bg1">
              <a:lumMod val="6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04975"/>
            <a:ext cx="9144000" cy="1724660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ush Script MT" panose="03060802040406070304" charset="0"/>
                <a:cs typeface="Brush Script MT" panose="03060802040406070304" charset="0"/>
              </a:rPr>
              <a:t>CONCLUSION</a:t>
            </a:r>
            <a:endParaRPr lang="en-US" sz="9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ush Script MT" panose="03060802040406070304" charset="0"/>
              <a:cs typeface="Brush Script MT" panose="03060802040406070304" charset="0"/>
            </a:endParaRPr>
          </a:p>
        </p:txBody>
      </p:sp>
      <p:pic>
        <p:nvPicPr>
          <p:cNvPr id="4" name="Content Placeholder 4" descr="A green logo with black lines and black text&#10;&#10;Description automatically generated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882" y="0"/>
            <a:ext cx="1653118" cy="119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66298"/>
            <a:ext cx="9144000" cy="6651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3"/>
                </a:solidFill>
              </a:rPr>
              <a:t>REFERENCES</a:t>
            </a:r>
            <a:endParaRPr lang="en-IN" sz="3600" b="1" dirty="0">
              <a:solidFill>
                <a:schemeClr val="accent3"/>
              </a:solidFill>
            </a:endParaRPr>
          </a:p>
        </p:txBody>
      </p:sp>
      <p:pic>
        <p:nvPicPr>
          <p:cNvPr id="4" name="Content Placeholder 4" descr="A green logo with black lines and black text&#10;&#10;Description automatically generated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882" y="0"/>
            <a:ext cx="1653118" cy="1198880"/>
          </a:xfrm>
          <a:prstGeom prst="rect">
            <a:avLst/>
          </a:prstGeom>
        </p:spPr>
      </p:pic>
      <p:sp>
        <p:nvSpPr>
          <p:cNvPr id="5" name="Subtitle 4"/>
          <p:cNvSpPr/>
          <p:nvPr>
            <p:ph type="subTitle" idx="1"/>
          </p:nvPr>
        </p:nvSpPr>
        <p:spPr/>
        <p:txBody>
          <a:bodyPr/>
          <a:p>
            <a:r>
              <a:rPr lang="en-US" altLang="en-US"/>
              <a:t> </a:t>
            </a:r>
            <a:endParaRPr lang="en-US" altLang="en-US"/>
          </a:p>
        </p:txBody>
      </p:sp>
      <p:sp>
        <p:nvSpPr>
          <p:cNvPr id="8" name="Text Box 7">
            <a:hlinkClick r:id="rId2" tooltip="" action="ppaction://hlinkfile"/>
          </p:cNvPr>
          <p:cNvSpPr txBox="1"/>
          <p:nvPr/>
        </p:nvSpPr>
        <p:spPr>
          <a:xfrm>
            <a:off x="1524000" y="1611630"/>
            <a:ext cx="7967345" cy="3646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hlinkClick r:id="rId3" tooltip="" action="ppaction://hlinkfile"/>
              </a:rPr>
              <a:t>https://www.ils.res.in/three-r-reduce-reuse-recycle/</a:t>
            </a:r>
            <a:endParaRPr lang="en-US" altLang="en-US">
              <a:hlinkClick r:id="rId3" tooltip="" action="ppaction://hlinkfile"/>
            </a:endParaRPr>
          </a:p>
          <a:p>
            <a:endParaRPr lang="en-US" altLang="en-US">
              <a:hlinkClick r:id="rId3" tooltip="" action="ppaction://hlinkfile"/>
            </a:endParaRPr>
          </a:p>
          <a:p>
            <a:endParaRPr lang="en-US" altLang="en-US">
              <a:hlinkClick r:id="rId3" tooltip="" action="ppaction://hlinkfile"/>
            </a:endParaRPr>
          </a:p>
          <a:p>
            <a:r>
              <a:rPr lang="en-US" altLang="en-US"/>
              <a:t> </a:t>
            </a:r>
            <a:r>
              <a:rPr lang="en-US">
                <a:hlinkClick r:id="rId4" tooltip="" action="ppaction://hlinkfile"/>
              </a:rPr>
              <a:t>https://roguedisposal.com/resources/education/recycling/exploring-the-three-rs-of-waste-management-reduce-reuse-recycle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1" y="203200"/>
            <a:ext cx="11857317" cy="654722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4" name="Content Placeholder 4" descr="A green logo with black lines and black text&#10;&#10;Description automatically generated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9718" y="107576"/>
            <a:ext cx="1452282" cy="16076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1378</Words>
  <Application>WPS Presentation</Application>
  <PresentationFormat>Widescreen</PresentationFormat>
  <Paragraphs>90</Paragraphs>
  <Slides>10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Brush Script MT</vt:lpstr>
      <vt:lpstr>Aptos Display</vt:lpstr>
      <vt:lpstr>Segoe UI Variable Display</vt:lpstr>
      <vt:lpstr>Aptos</vt:lpstr>
      <vt:lpstr>Segoe UI</vt:lpstr>
      <vt:lpstr>Microsoft YaHei</vt:lpstr>
      <vt:lpstr>Arial Unicode MS</vt:lpstr>
      <vt:lpstr>Calibri</vt:lpstr>
      <vt:lpstr>Times New Roman</vt:lpstr>
      <vt:lpstr>Office Theme</vt:lpstr>
      <vt:lpstr>PUNJAB COLLEGE OF TECHNICAL EDUCATION, LUDHIANA</vt:lpstr>
      <vt:lpstr>TABLE OF CONTENTS</vt:lpstr>
      <vt:lpstr>INTRODUCTION</vt:lpstr>
      <vt:lpstr>Chemical Accidents</vt:lpstr>
      <vt:lpstr>PowerPoint 演示文稿</vt:lpstr>
      <vt:lpstr>General Guidelines </vt:lpstr>
      <vt:lpstr>PowerPoint 演示文稿</vt:lpstr>
      <vt:lpstr>CONCLUSION</vt:lpstr>
      <vt:lpstr>REFERANCES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PUNJAB COLLEGE OF TECHNICAL EDUCATION, LUDHIANA</dc:title>
  <dc:creator>gurleen kaur</dc:creator>
  <cp:lastModifiedBy>DELL</cp:lastModifiedBy>
  <cp:revision>30</cp:revision>
  <dcterms:created xsi:type="dcterms:W3CDTF">2025-01-15T14:46:00Z</dcterms:created>
  <dcterms:modified xsi:type="dcterms:W3CDTF">2026-03-17T15:51:52Z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B2D6C46E1A26425D8173219CCB0A244C_13</vt:lpwstr>
  </property>
  <property fmtid="{D5CDD505-2E9C-101B-9397-08002B2CF9AE}" pid="3" name="KSOProductBuildVer">
    <vt:lpwstr>1033-12.1.0.25242</vt:lpwstr>
  </property>
</Properties>
</file>